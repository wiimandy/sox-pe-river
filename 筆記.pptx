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986D-456C-4249-BFD5-1220CF676D31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C3672C-F05C-412D-AD09-85DD5E07664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8930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sox_daily_tracking_log.csv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C3672C-F05C-412D-AD09-85DD5E07664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0311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8B6027-D41F-FDD2-E507-D98BF92500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77A7B41-E5E0-48FB-FB14-E50FF4F804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6AFF5C0-38F7-831E-4BD4-AB10A6456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144C7-88B8-4B78-B11F-E835719C13FE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CF38450-A003-CC70-106F-83EE4B30C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00340BC-13D1-A0C0-6355-BF429204A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0547C-DBB0-4B18-9D8C-1C073EBADB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8601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232A39-9967-4183-270B-E51A46D80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ECF60A-DDAB-9513-14E0-F3FF9732A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1C2F263-8E57-8EDB-3362-56DEF68D7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144C7-88B8-4B78-B11F-E835719C13FE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3ECF239-52BC-39BD-BAEC-4F805BEA1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28E4112-CAA9-A8E8-CB10-CAE2CFD44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0547C-DBB0-4B18-9D8C-1C073EBADB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0033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95FC05-6A06-B586-809E-3E340A9E2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F816EEB-9094-88EF-6A9F-8C56C591B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CC8EEF4-805B-2049-54F0-50960930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144C7-88B8-4B78-B11F-E835719C13FE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9994819-6C01-51FD-1CEC-83F62E9E1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173DAD9-49BD-E278-88E0-3A0C298EA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0547C-DBB0-4B18-9D8C-1C073EBADB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3879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0BF863-D274-999C-EF1A-7FD4BCF70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52AC701-1E14-CC9A-74D3-17DEB1A28B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3D84882-DD03-9932-81C6-E281C67F6E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5AFC574-6BDD-284E-FC5C-45E5F574B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144C7-88B8-4B78-B11F-E835719C13FE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27658F1-A231-A690-3886-75CE2A463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9B3CE9A-A187-58E9-1B00-8A49989E7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0547C-DBB0-4B18-9D8C-1C073EBADB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2778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8AF2EB-1C55-CFAB-F25A-B48D45A9C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2E101AF-608E-04D6-D77E-F91096139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31D1B56-86B9-0809-F5E4-1FD6C9A22B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04DFFD4-71E1-3966-13E2-0B7D4E36A8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4A9D781-DF3F-C7FA-29BD-8640AA6B08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7D73DA4-3DC5-9A65-61EB-201F34A6E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144C7-88B8-4B78-B11F-E835719C13FE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DB65306-4FD6-F34D-3591-3C74D2FA0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4707A25-0668-1F70-651D-1F9B9DDE4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0547C-DBB0-4B18-9D8C-1C073EBADB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1403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231D71-2652-6D85-E9C4-DD1269C96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0153D79-AFCD-3BF4-25DF-C99372BAD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144C7-88B8-4B78-B11F-E835719C13FE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27E1987-A22D-EC9E-788A-FA7AC27DD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EED5D06-561D-AC52-33CA-C68F1072D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0547C-DBB0-4B18-9D8C-1C073EBADB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810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2876236-829A-5FF1-131B-E521B3E72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144C7-88B8-4B78-B11F-E835719C13FE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5936442-AF90-B2B7-3A7E-99E82E1EA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D29F36-0DD8-840B-98D9-D8EF0E97D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0547C-DBB0-4B18-9D8C-1C073EBADB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150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61F316-071D-E22E-A088-86D2F6939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F07DE2D-0E07-457C-25CD-BB18B0363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611C8CD-A1E5-EB06-E227-5914C0CBDB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B8F31E4-DDD9-5EDF-9F72-E54EA6C7F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144C7-88B8-4B78-B11F-E835719C13FE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6F4CF44-0D63-9EC0-7B77-7528B8643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3CF9C64-B4BD-7291-F301-5A08EB20F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0547C-DBB0-4B18-9D8C-1C073EBADB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102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5C3E00-3A13-6085-247C-361B6427D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084FE8E-09A9-CEBE-BE0F-227663A8CE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8BF321B-6721-A468-2103-A3C7D9519B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ED3F530-5D82-7B85-1FC9-32B9C7360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144C7-88B8-4B78-B11F-E835719C13FE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E929591-76B5-29A8-48A2-4414AB489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A2F947A-9BB1-0F5D-D3CB-272E8F827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0547C-DBB0-4B18-9D8C-1C073EBADB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1716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EAA87C-934E-FF83-3048-5896AC5E1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EFA90E5-37DD-7C05-813F-4DC6EC2165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F4DB658-C3A5-30A6-40C8-C011B0195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144C7-88B8-4B78-B11F-E835719C13FE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65223DE-8D4C-8C46-408F-3BDDD550F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D3DC87C-742B-547F-ACBA-8577E6030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0547C-DBB0-4B18-9D8C-1C073EBADB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3500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BBFD0E4-C242-2393-47C7-4C0825DBFD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6125A64-1791-EE12-03EE-DD4F88C431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6078463-7149-86AF-8DEE-0F6D7B96C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144C7-88B8-4B78-B11F-E835719C13FE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92AD3D8-88D0-7510-507F-8EC21C551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04B9FCE-4073-9639-D2A8-E13DE0CE9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0547C-DBB0-4B18-9D8C-1C073EBADB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3455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D955FAA-DB67-7A5C-964B-5F0D1486A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9AFD25B-447A-50F8-ACC7-F7211ED76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65D22C6-19E4-0F26-A7D5-73AB8711C8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144C7-88B8-4B78-B11F-E835719C13FE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4610A06-9D5D-5841-0549-708A9C4F69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9CC8546-347D-52A8-1708-A43797FDA8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B0547C-DBB0-4B18-9D8C-1C073EBADB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1830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6DE2AA-6ED9-2562-B006-3F1E75FF52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8020820-3E7D-897E-0D92-F52FE3D151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700C65A-29FB-5DC1-B6C8-5FF6E5CC8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4973" y="1397562"/>
            <a:ext cx="6226080" cy="500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720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11</Words>
  <Application>Microsoft Office PowerPoint</Application>
  <PresentationFormat>寬螢幕</PresentationFormat>
  <Paragraphs>2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Capital TeraWise</dc:creator>
  <cp:lastModifiedBy>Capital TeraWise</cp:lastModifiedBy>
  <cp:revision>1</cp:revision>
  <dcterms:created xsi:type="dcterms:W3CDTF">2026-06-09T08:38:00Z</dcterms:created>
  <dcterms:modified xsi:type="dcterms:W3CDTF">2026-06-09T08:58:32Z</dcterms:modified>
</cp:coreProperties>
</file>